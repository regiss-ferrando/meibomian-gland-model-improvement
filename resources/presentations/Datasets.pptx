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110BCE-2D58-4597-84B1-55029AFB05C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440748E-F58F-44EB-BFD6-4F99077C8EFB}">
      <dgm:prSet phldrT="[Texte]" phldr="1"/>
      <dgm:spPr/>
      <dgm:t>
        <a:bodyPr/>
        <a:lstStyle/>
        <a:p>
          <a:endParaRPr lang="fr-FR" dirty="0"/>
        </a:p>
      </dgm:t>
    </dgm:pt>
    <dgm:pt modelId="{7E359D59-1FC8-4EA4-ABF1-2E132D670C95}" type="parTrans" cxnId="{9F6E96ED-76EF-43E8-9FFB-9E28A908EB6E}">
      <dgm:prSet/>
      <dgm:spPr/>
      <dgm:t>
        <a:bodyPr/>
        <a:lstStyle/>
        <a:p>
          <a:endParaRPr lang="fr-FR"/>
        </a:p>
      </dgm:t>
    </dgm:pt>
    <dgm:pt modelId="{4F5ADEFD-DB5B-4533-9DDC-0FB61F954CEC}" type="sibTrans" cxnId="{9F6E96ED-76EF-43E8-9FFB-9E28A908EB6E}">
      <dgm:prSet/>
      <dgm:spPr/>
      <dgm:t>
        <a:bodyPr/>
        <a:lstStyle/>
        <a:p>
          <a:endParaRPr lang="fr-FR"/>
        </a:p>
      </dgm:t>
    </dgm:pt>
    <dgm:pt modelId="{A5C1D903-8600-4CE6-871D-78C4FDDA608F}">
      <dgm:prSet phldrT="[Texte]" phldr="1"/>
      <dgm:spPr/>
      <dgm:t>
        <a:bodyPr/>
        <a:lstStyle/>
        <a:p>
          <a:endParaRPr lang="fr-FR" dirty="0"/>
        </a:p>
      </dgm:t>
    </dgm:pt>
    <dgm:pt modelId="{4D1535AE-4686-4763-B563-F55A9866250C}" type="parTrans" cxnId="{25837637-D4F2-41D2-982D-A0EFB4A503ED}">
      <dgm:prSet/>
      <dgm:spPr/>
      <dgm:t>
        <a:bodyPr/>
        <a:lstStyle/>
        <a:p>
          <a:endParaRPr lang="fr-FR"/>
        </a:p>
      </dgm:t>
    </dgm:pt>
    <dgm:pt modelId="{46AB4A46-7530-464F-9A64-435E13B31B53}" type="sibTrans" cxnId="{25837637-D4F2-41D2-982D-A0EFB4A503ED}">
      <dgm:prSet/>
      <dgm:spPr/>
      <dgm:t>
        <a:bodyPr/>
        <a:lstStyle/>
        <a:p>
          <a:endParaRPr lang="fr-FR"/>
        </a:p>
      </dgm:t>
    </dgm:pt>
    <dgm:pt modelId="{79264792-E0A1-443A-90C6-F2CDEB2E50F8}">
      <dgm:prSet phldrT="[Texte]" phldr="0"/>
      <dgm:spPr/>
      <dgm:t>
        <a:bodyPr/>
        <a:lstStyle/>
        <a:p>
          <a:r>
            <a:rPr lang="fr-FR" dirty="0"/>
            <a:t>Height </a:t>
          </a:r>
          <a:r>
            <a:rPr lang="fr-FR" dirty="0" err="1"/>
            <a:t>measurement</a:t>
          </a:r>
          <a:endParaRPr lang="fr-FR" dirty="0"/>
        </a:p>
      </dgm:t>
    </dgm:pt>
    <dgm:pt modelId="{AF957E41-DACC-45BD-B73A-2DF346182100}" type="parTrans" cxnId="{9029EA42-674C-4955-908F-628B4124A99D}">
      <dgm:prSet/>
      <dgm:spPr/>
      <dgm:t>
        <a:bodyPr/>
        <a:lstStyle/>
        <a:p>
          <a:endParaRPr lang="fr-FR"/>
        </a:p>
      </dgm:t>
    </dgm:pt>
    <dgm:pt modelId="{3EC736B4-08E1-41A7-8794-53CD2920C4C7}" type="sibTrans" cxnId="{9029EA42-674C-4955-908F-628B4124A99D}">
      <dgm:prSet/>
      <dgm:spPr/>
      <dgm:t>
        <a:bodyPr/>
        <a:lstStyle/>
        <a:p>
          <a:endParaRPr lang="fr-FR"/>
        </a:p>
      </dgm:t>
    </dgm:pt>
    <dgm:pt modelId="{D5E8F1A6-6349-4D98-B9C3-AABD1080DFA8}">
      <dgm:prSet/>
      <dgm:spPr/>
      <dgm:t>
        <a:bodyPr/>
        <a:lstStyle/>
        <a:p>
          <a:r>
            <a:rPr lang="fr-FR" dirty="0" err="1"/>
            <a:t>Diagnosis</a:t>
          </a:r>
          <a:endParaRPr lang="fr-FR" dirty="0"/>
        </a:p>
      </dgm:t>
    </dgm:pt>
    <dgm:pt modelId="{ADCEA164-B2D2-4AC8-9FD9-C323A2BD9C93}" type="parTrans" cxnId="{866385E0-2EFA-4514-A08F-EF506F4AC4A7}">
      <dgm:prSet/>
      <dgm:spPr/>
      <dgm:t>
        <a:bodyPr/>
        <a:lstStyle/>
        <a:p>
          <a:endParaRPr lang="fr-FR"/>
        </a:p>
      </dgm:t>
    </dgm:pt>
    <dgm:pt modelId="{86D73ABF-EE80-4556-B140-981373C24856}" type="sibTrans" cxnId="{866385E0-2EFA-4514-A08F-EF506F4AC4A7}">
      <dgm:prSet/>
      <dgm:spPr/>
      <dgm:t>
        <a:bodyPr/>
        <a:lstStyle/>
        <a:p>
          <a:endParaRPr lang="fr-FR"/>
        </a:p>
      </dgm:t>
    </dgm:pt>
    <dgm:pt modelId="{F532B6DA-7B1B-4EE9-ACB9-7A8C11171D10}" type="pres">
      <dgm:prSet presAssocID="{C0110BCE-2D58-4597-84B1-55029AFB05CF}" presName="Name0" presStyleCnt="0">
        <dgm:presLayoutVars>
          <dgm:dir/>
          <dgm:resizeHandles val="exact"/>
        </dgm:presLayoutVars>
      </dgm:prSet>
      <dgm:spPr/>
    </dgm:pt>
    <dgm:pt modelId="{88FBC25D-297A-4A0A-A35A-81063C08A445}" type="pres">
      <dgm:prSet presAssocID="{5440748E-F58F-44EB-BFD6-4F99077C8EFB}" presName="node" presStyleLbl="node1" presStyleIdx="0" presStyleCnt="4" custLinFactNeighborX="-7146" custLinFactNeighborY="4079">
        <dgm:presLayoutVars>
          <dgm:bulletEnabled val="1"/>
        </dgm:presLayoutVars>
      </dgm:prSet>
      <dgm:spPr/>
    </dgm:pt>
    <dgm:pt modelId="{25A787D8-BD1E-4E44-82B2-5DF525D8C35B}" type="pres">
      <dgm:prSet presAssocID="{4F5ADEFD-DB5B-4533-9DDC-0FB61F954CEC}" presName="sibTrans" presStyleLbl="sibTrans2D1" presStyleIdx="0" presStyleCnt="3" custScaleX="58791"/>
      <dgm:spPr/>
    </dgm:pt>
    <dgm:pt modelId="{7FE7A7A6-57D0-4DAB-8C1C-C2154AAD3150}" type="pres">
      <dgm:prSet presAssocID="{4F5ADEFD-DB5B-4533-9DDC-0FB61F954CEC}" presName="connectorText" presStyleLbl="sibTrans2D1" presStyleIdx="0" presStyleCnt="3"/>
      <dgm:spPr/>
    </dgm:pt>
    <dgm:pt modelId="{290514D0-C794-41DE-B4DD-511E9F6881C2}" type="pres">
      <dgm:prSet presAssocID="{A5C1D903-8600-4CE6-871D-78C4FDDA608F}" presName="node" presStyleLbl="node1" presStyleIdx="1" presStyleCnt="4" custLinFactNeighborX="2263" custLinFactNeighborY="2792">
        <dgm:presLayoutVars>
          <dgm:bulletEnabled val="1"/>
        </dgm:presLayoutVars>
      </dgm:prSet>
      <dgm:spPr/>
    </dgm:pt>
    <dgm:pt modelId="{BD914476-6A00-44D6-BB2F-E96A5BF70B5E}" type="pres">
      <dgm:prSet presAssocID="{46AB4A46-7530-464F-9A64-435E13B31B53}" presName="sibTrans" presStyleLbl="sibTrans2D1" presStyleIdx="1" presStyleCnt="3" custScaleX="81578"/>
      <dgm:spPr/>
    </dgm:pt>
    <dgm:pt modelId="{273B7D9F-C4C6-4C7C-9742-934772EA5151}" type="pres">
      <dgm:prSet presAssocID="{46AB4A46-7530-464F-9A64-435E13B31B53}" presName="connectorText" presStyleLbl="sibTrans2D1" presStyleIdx="1" presStyleCnt="3"/>
      <dgm:spPr/>
    </dgm:pt>
    <dgm:pt modelId="{1452881A-FE9D-4431-8637-2BC02DCE5545}" type="pres">
      <dgm:prSet presAssocID="{79264792-E0A1-443A-90C6-F2CDEB2E50F8}" presName="node" presStyleLbl="node1" presStyleIdx="2" presStyleCnt="4" custLinFactNeighborX="17367" custLinFactNeighborY="3435">
        <dgm:presLayoutVars>
          <dgm:bulletEnabled val="1"/>
        </dgm:presLayoutVars>
      </dgm:prSet>
      <dgm:spPr/>
    </dgm:pt>
    <dgm:pt modelId="{D10E2F37-536B-4227-B570-7556CFDAD3DC}" type="pres">
      <dgm:prSet presAssocID="{3EC736B4-08E1-41A7-8794-53CD2920C4C7}" presName="sibTrans" presStyleLbl="sibTrans2D1" presStyleIdx="2" presStyleCnt="3"/>
      <dgm:spPr/>
    </dgm:pt>
    <dgm:pt modelId="{9399D7F8-CF5E-420E-9B68-8F7CE03A0631}" type="pres">
      <dgm:prSet presAssocID="{3EC736B4-08E1-41A7-8794-53CD2920C4C7}" presName="connectorText" presStyleLbl="sibTrans2D1" presStyleIdx="2" presStyleCnt="3"/>
      <dgm:spPr/>
    </dgm:pt>
    <dgm:pt modelId="{954FF57A-233B-4D31-B967-E6146CDEC19D}" type="pres">
      <dgm:prSet presAssocID="{D5E8F1A6-6349-4D98-B9C3-AABD1080DFA8}" presName="node" presStyleLbl="node1" presStyleIdx="3" presStyleCnt="4">
        <dgm:presLayoutVars>
          <dgm:bulletEnabled val="1"/>
        </dgm:presLayoutVars>
      </dgm:prSet>
      <dgm:spPr/>
    </dgm:pt>
  </dgm:ptLst>
  <dgm:cxnLst>
    <dgm:cxn modelId="{EDDB4C01-2820-43B3-B416-B343908BB666}" type="presOf" srcId="{46AB4A46-7530-464F-9A64-435E13B31B53}" destId="{BD914476-6A00-44D6-BB2F-E96A5BF70B5E}" srcOrd="0" destOrd="0" presId="urn:microsoft.com/office/officeart/2005/8/layout/process1"/>
    <dgm:cxn modelId="{D92F1A1B-76A9-4658-877D-E231A3FACC45}" type="presOf" srcId="{46AB4A46-7530-464F-9A64-435E13B31B53}" destId="{273B7D9F-C4C6-4C7C-9742-934772EA5151}" srcOrd="1" destOrd="0" presId="urn:microsoft.com/office/officeart/2005/8/layout/process1"/>
    <dgm:cxn modelId="{25837637-D4F2-41D2-982D-A0EFB4A503ED}" srcId="{C0110BCE-2D58-4597-84B1-55029AFB05CF}" destId="{A5C1D903-8600-4CE6-871D-78C4FDDA608F}" srcOrd="1" destOrd="0" parTransId="{4D1535AE-4686-4763-B563-F55A9866250C}" sibTransId="{46AB4A46-7530-464F-9A64-435E13B31B53}"/>
    <dgm:cxn modelId="{DF6ED560-0D09-4513-B9F9-0C4DDBAC7E06}" type="presOf" srcId="{3EC736B4-08E1-41A7-8794-53CD2920C4C7}" destId="{9399D7F8-CF5E-420E-9B68-8F7CE03A0631}" srcOrd="1" destOrd="0" presId="urn:microsoft.com/office/officeart/2005/8/layout/process1"/>
    <dgm:cxn modelId="{A2506841-CEFC-47A6-AB54-E8DE2FB42933}" type="presOf" srcId="{4F5ADEFD-DB5B-4533-9DDC-0FB61F954CEC}" destId="{7FE7A7A6-57D0-4DAB-8C1C-C2154AAD3150}" srcOrd="1" destOrd="0" presId="urn:microsoft.com/office/officeart/2005/8/layout/process1"/>
    <dgm:cxn modelId="{9029EA42-674C-4955-908F-628B4124A99D}" srcId="{C0110BCE-2D58-4597-84B1-55029AFB05CF}" destId="{79264792-E0A1-443A-90C6-F2CDEB2E50F8}" srcOrd="2" destOrd="0" parTransId="{AF957E41-DACC-45BD-B73A-2DF346182100}" sibTransId="{3EC736B4-08E1-41A7-8794-53CD2920C4C7}"/>
    <dgm:cxn modelId="{11B70E65-B788-418F-B8B9-0DBBC88D0C6F}" type="presOf" srcId="{79264792-E0A1-443A-90C6-F2CDEB2E50F8}" destId="{1452881A-FE9D-4431-8637-2BC02DCE5545}" srcOrd="0" destOrd="0" presId="urn:microsoft.com/office/officeart/2005/8/layout/process1"/>
    <dgm:cxn modelId="{D6399C69-8FE1-44EE-A9A7-42D5B5094170}" type="presOf" srcId="{5440748E-F58F-44EB-BFD6-4F99077C8EFB}" destId="{88FBC25D-297A-4A0A-A35A-81063C08A445}" srcOrd="0" destOrd="0" presId="urn:microsoft.com/office/officeart/2005/8/layout/process1"/>
    <dgm:cxn modelId="{724CE170-5B41-447E-99E2-45EA8816C819}" type="presOf" srcId="{3EC736B4-08E1-41A7-8794-53CD2920C4C7}" destId="{D10E2F37-536B-4227-B570-7556CFDAD3DC}" srcOrd="0" destOrd="0" presId="urn:microsoft.com/office/officeart/2005/8/layout/process1"/>
    <dgm:cxn modelId="{C9DF1ABC-5840-4643-AC11-730DE03D635B}" type="presOf" srcId="{C0110BCE-2D58-4597-84B1-55029AFB05CF}" destId="{F532B6DA-7B1B-4EE9-ACB9-7A8C11171D10}" srcOrd="0" destOrd="0" presId="urn:microsoft.com/office/officeart/2005/8/layout/process1"/>
    <dgm:cxn modelId="{72DA27C0-704D-4F77-A846-6FD17FBCBA89}" type="presOf" srcId="{A5C1D903-8600-4CE6-871D-78C4FDDA608F}" destId="{290514D0-C794-41DE-B4DD-511E9F6881C2}" srcOrd="0" destOrd="0" presId="urn:microsoft.com/office/officeart/2005/8/layout/process1"/>
    <dgm:cxn modelId="{7D3429DB-9F86-4CAF-A68E-ADA9A443277B}" type="presOf" srcId="{4F5ADEFD-DB5B-4533-9DDC-0FB61F954CEC}" destId="{25A787D8-BD1E-4E44-82B2-5DF525D8C35B}" srcOrd="0" destOrd="0" presId="urn:microsoft.com/office/officeart/2005/8/layout/process1"/>
    <dgm:cxn modelId="{866385E0-2EFA-4514-A08F-EF506F4AC4A7}" srcId="{C0110BCE-2D58-4597-84B1-55029AFB05CF}" destId="{D5E8F1A6-6349-4D98-B9C3-AABD1080DFA8}" srcOrd="3" destOrd="0" parTransId="{ADCEA164-B2D2-4AC8-9FD9-C323A2BD9C93}" sibTransId="{86D73ABF-EE80-4556-B140-981373C24856}"/>
    <dgm:cxn modelId="{9F6E96ED-76EF-43E8-9FFB-9E28A908EB6E}" srcId="{C0110BCE-2D58-4597-84B1-55029AFB05CF}" destId="{5440748E-F58F-44EB-BFD6-4F99077C8EFB}" srcOrd="0" destOrd="0" parTransId="{7E359D59-1FC8-4EA4-ABF1-2E132D670C95}" sibTransId="{4F5ADEFD-DB5B-4533-9DDC-0FB61F954CEC}"/>
    <dgm:cxn modelId="{647FBCFD-52EC-43E1-921A-9CCD095A1BC5}" type="presOf" srcId="{D5E8F1A6-6349-4D98-B9C3-AABD1080DFA8}" destId="{954FF57A-233B-4D31-B967-E6146CDEC19D}" srcOrd="0" destOrd="0" presId="urn:microsoft.com/office/officeart/2005/8/layout/process1"/>
    <dgm:cxn modelId="{5FBE4B67-B266-4023-A8C9-BFD7180CCE22}" type="presParOf" srcId="{F532B6DA-7B1B-4EE9-ACB9-7A8C11171D10}" destId="{88FBC25D-297A-4A0A-A35A-81063C08A445}" srcOrd="0" destOrd="0" presId="urn:microsoft.com/office/officeart/2005/8/layout/process1"/>
    <dgm:cxn modelId="{5E59398C-2646-4639-BC85-BAAAA61762E4}" type="presParOf" srcId="{F532B6DA-7B1B-4EE9-ACB9-7A8C11171D10}" destId="{25A787D8-BD1E-4E44-82B2-5DF525D8C35B}" srcOrd="1" destOrd="0" presId="urn:microsoft.com/office/officeart/2005/8/layout/process1"/>
    <dgm:cxn modelId="{9F82244A-3558-432A-8394-57D00265579C}" type="presParOf" srcId="{25A787D8-BD1E-4E44-82B2-5DF525D8C35B}" destId="{7FE7A7A6-57D0-4DAB-8C1C-C2154AAD3150}" srcOrd="0" destOrd="0" presId="urn:microsoft.com/office/officeart/2005/8/layout/process1"/>
    <dgm:cxn modelId="{00E42080-01C9-42EF-82A7-466A65D3AF44}" type="presParOf" srcId="{F532B6DA-7B1B-4EE9-ACB9-7A8C11171D10}" destId="{290514D0-C794-41DE-B4DD-511E9F6881C2}" srcOrd="2" destOrd="0" presId="urn:microsoft.com/office/officeart/2005/8/layout/process1"/>
    <dgm:cxn modelId="{39929B5C-E463-4D32-AE35-136C83B9919D}" type="presParOf" srcId="{F532B6DA-7B1B-4EE9-ACB9-7A8C11171D10}" destId="{BD914476-6A00-44D6-BB2F-E96A5BF70B5E}" srcOrd="3" destOrd="0" presId="urn:microsoft.com/office/officeart/2005/8/layout/process1"/>
    <dgm:cxn modelId="{3DC4A5E6-6D0B-4CCE-A3C8-4D0179F83483}" type="presParOf" srcId="{BD914476-6A00-44D6-BB2F-E96A5BF70B5E}" destId="{273B7D9F-C4C6-4C7C-9742-934772EA5151}" srcOrd="0" destOrd="0" presId="urn:microsoft.com/office/officeart/2005/8/layout/process1"/>
    <dgm:cxn modelId="{DA996A96-A93B-4355-87D8-B0D3ED716BD5}" type="presParOf" srcId="{F532B6DA-7B1B-4EE9-ACB9-7A8C11171D10}" destId="{1452881A-FE9D-4431-8637-2BC02DCE5545}" srcOrd="4" destOrd="0" presId="urn:microsoft.com/office/officeart/2005/8/layout/process1"/>
    <dgm:cxn modelId="{072E4468-82C5-4A8E-8FB3-9B8670FEC7E0}" type="presParOf" srcId="{F532B6DA-7B1B-4EE9-ACB9-7A8C11171D10}" destId="{D10E2F37-536B-4227-B570-7556CFDAD3DC}" srcOrd="5" destOrd="0" presId="urn:microsoft.com/office/officeart/2005/8/layout/process1"/>
    <dgm:cxn modelId="{BD328A67-9391-4C80-AE1C-2D4B7331DADC}" type="presParOf" srcId="{D10E2F37-536B-4227-B570-7556CFDAD3DC}" destId="{9399D7F8-CF5E-420E-9B68-8F7CE03A0631}" srcOrd="0" destOrd="0" presId="urn:microsoft.com/office/officeart/2005/8/layout/process1"/>
    <dgm:cxn modelId="{3333A06E-C8F1-405C-8EB3-3551B54EF369}" type="presParOf" srcId="{F532B6DA-7B1B-4EE9-ACB9-7A8C11171D10}" destId="{954FF57A-233B-4D31-B967-E6146CDEC19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FBC25D-297A-4A0A-A35A-81063C08A445}">
      <dsp:nvSpPr>
        <dsp:cNvPr id="0" name=""/>
        <dsp:cNvSpPr/>
      </dsp:nvSpPr>
      <dsp:spPr>
        <a:xfrm>
          <a:off x="0" y="1541404"/>
          <a:ext cx="2368322" cy="14209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800" kern="1200" dirty="0"/>
        </a:p>
      </dsp:txBody>
      <dsp:txXfrm>
        <a:off x="41619" y="1583023"/>
        <a:ext cx="2285084" cy="1337755"/>
      </dsp:txXfrm>
    </dsp:sp>
    <dsp:sp modelId="{25A787D8-BD1E-4E44-82B2-5DF525D8C35B}">
      <dsp:nvSpPr>
        <dsp:cNvPr id="0" name=""/>
        <dsp:cNvSpPr/>
      </dsp:nvSpPr>
      <dsp:spPr>
        <a:xfrm rot="21581218">
          <a:off x="2719990" y="1949004"/>
          <a:ext cx="305061" cy="5873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300" kern="1200"/>
        </a:p>
      </dsp:txBody>
      <dsp:txXfrm>
        <a:off x="2719991" y="2066723"/>
        <a:ext cx="213543" cy="352406"/>
      </dsp:txXfrm>
    </dsp:sp>
    <dsp:sp modelId="{290514D0-C794-41DE-B4DD-511E9F6881C2}">
      <dsp:nvSpPr>
        <dsp:cNvPr id="0" name=""/>
        <dsp:cNvSpPr/>
      </dsp:nvSpPr>
      <dsp:spPr>
        <a:xfrm>
          <a:off x="3347347" y="1523116"/>
          <a:ext cx="2368322" cy="14209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800" kern="1200" dirty="0"/>
        </a:p>
      </dsp:txBody>
      <dsp:txXfrm>
        <a:off x="3388966" y="1564735"/>
        <a:ext cx="2285084" cy="1337755"/>
      </dsp:txXfrm>
    </dsp:sp>
    <dsp:sp modelId="{BD914476-6A00-44D6-BB2F-E96A5BF70B5E}">
      <dsp:nvSpPr>
        <dsp:cNvPr id="0" name=""/>
        <dsp:cNvSpPr/>
      </dsp:nvSpPr>
      <dsp:spPr>
        <a:xfrm rot="9094">
          <a:off x="6040058" y="1944552"/>
          <a:ext cx="469363" cy="5873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300" kern="1200"/>
        </a:p>
      </dsp:txBody>
      <dsp:txXfrm>
        <a:off x="6040058" y="2061835"/>
        <a:ext cx="328554" cy="352406"/>
      </dsp:txXfrm>
    </dsp:sp>
    <dsp:sp modelId="{1452881A-FE9D-4431-8637-2BC02DCE5545}">
      <dsp:nvSpPr>
        <dsp:cNvPr id="0" name=""/>
        <dsp:cNvSpPr/>
      </dsp:nvSpPr>
      <dsp:spPr>
        <a:xfrm>
          <a:off x="6801243" y="1532253"/>
          <a:ext cx="2368322" cy="14209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Height </a:t>
          </a:r>
          <a:r>
            <a:rPr lang="fr-FR" sz="2800" kern="1200" dirty="0" err="1"/>
            <a:t>measurement</a:t>
          </a:r>
          <a:endParaRPr lang="fr-FR" sz="2800" kern="1200" dirty="0"/>
        </a:p>
      </dsp:txBody>
      <dsp:txXfrm>
        <a:off x="6842862" y="1573872"/>
        <a:ext cx="2285084" cy="1337755"/>
      </dsp:txXfrm>
    </dsp:sp>
    <dsp:sp modelId="{D10E2F37-536B-4227-B570-7556CFDAD3DC}">
      <dsp:nvSpPr>
        <dsp:cNvPr id="0" name=""/>
        <dsp:cNvSpPr/>
      </dsp:nvSpPr>
      <dsp:spPr>
        <a:xfrm rot="21546753">
          <a:off x="9365242" y="1924490"/>
          <a:ext cx="414937" cy="5873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300" kern="1200"/>
        </a:p>
      </dsp:txBody>
      <dsp:txXfrm>
        <a:off x="9365249" y="2042923"/>
        <a:ext cx="290456" cy="352406"/>
      </dsp:txXfrm>
    </dsp:sp>
    <dsp:sp modelId="{954FF57A-233B-4D31-B967-E6146CDEC19D}">
      <dsp:nvSpPr>
        <dsp:cNvPr id="0" name=""/>
        <dsp:cNvSpPr/>
      </dsp:nvSpPr>
      <dsp:spPr>
        <a:xfrm>
          <a:off x="9952372" y="1483442"/>
          <a:ext cx="2368322" cy="14209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 err="1"/>
            <a:t>Diagnosis</a:t>
          </a:r>
          <a:endParaRPr lang="fr-FR" sz="2800" kern="1200" dirty="0"/>
        </a:p>
      </dsp:txBody>
      <dsp:txXfrm>
        <a:off x="9993991" y="1525061"/>
        <a:ext cx="2285084" cy="13377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4F953F-6C37-C4D4-DD31-5087A7076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6418E56-5F87-1E65-1B59-8FF9962C5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CEB941-BF8F-1835-256A-592392D15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FB0513-1E42-8676-75B5-AC02BEDC4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CA2302-9F5A-62E1-7293-49BE1AF46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530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7E2C5D-7238-3421-4496-BF15BCB0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739EA2-4F27-78A3-7385-7D22B28BE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938BA7-4D0D-1D50-7D4F-9222952B2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1DA24C-D3AD-4C8E-ABBA-4CDC0045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0F3E5F-C52D-CFD7-2A84-1600B0E7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2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717422-8075-7888-E496-D0C1DC34B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832F2B-7C3F-03A6-EB47-0419DE8F6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1EE92E-C6CE-F86D-F394-DCF8E294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47DA37-BE41-1BD3-50CC-5F99AB099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01BFC4-EB09-A86F-9B2E-335C2425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86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B5426-FC46-FB13-1249-95BF79566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526375-C6F2-8526-DD55-D154FB355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B6F53A5-0ACE-0CE9-DAD0-B5505EFC0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13403B-BC8F-BBD0-50E0-2037724D0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C3B2C8-38FB-83A9-1AAB-9A62EC9F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9B28BC-3DDF-A2DF-6427-67ED9202F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449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4E83F7-02AC-C0DB-A72E-6EE77D6CD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DAA488-63EB-9A72-F859-FF929B7CE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428285-ABEA-4C46-077F-39B7E280C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9E8441-3458-91F6-D522-2D800426E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A2B9C1E-820E-612D-BAFE-72DD9D52F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23133F4-1BB8-743A-5C5B-F4FD09F5F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008C31A-CCB6-8169-8EF3-77640640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C1E0D04-6A49-506F-31A3-C80F3EFE7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488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6072A1-1424-7B31-234E-71D67D69C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1ED71E-7962-691E-296B-B714DDEFE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D1CF252-C886-E40F-8013-6DEBA6FC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A85868-CBC7-40A3-3FD2-DC04E29F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665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6C30A62-720C-CC13-8A3E-0BB4BC0F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F6FAA5-2E6B-C24F-A77F-D245133E9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5DBD93-90F2-E4D9-1248-4EBBBA0C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26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7F3A2A-041C-BA8E-5176-163D14C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83F660-D2BD-99D4-EB59-46994BA5F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C401A0-AC08-E2E7-4583-093CBD486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C6363C-0A90-7C0F-CFE0-BB21902A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8F8932-1DD3-428A-D2FE-AF7AEFFB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93B113-5EBE-75BA-A9BC-7402F705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291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0459FF-43AE-5171-1C4E-992F59F1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286149-50BD-B724-4F48-0171DA340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33399D-8DDC-C32A-2A58-C13DCE568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8A6B5E-9768-AF91-2336-0A8B7EC4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9ADE49-BD12-069A-1D44-D676C638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BB0796-9953-35BB-6FB7-FEA5B69C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70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E457BB-C4A0-590E-486C-6C03934CB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6BD673-53FB-6F0A-EDAC-CFF7955A2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5597FE-67C0-AC26-7907-6D0649D6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177E97-0A58-6F71-6064-46C084D0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FDFC3F-4995-F5C5-D233-89DB5F5A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810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6214F0D-92BC-7E9E-EE08-F69BAED7E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99D552-295F-1F03-BEB6-AC618C334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0C4A21-B498-ED87-BBDB-40F35547F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DD59-DFC1-41F9-9982-1DCEBA4D9DBC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475FA6-05D4-0654-016A-75941905E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87500E-28C4-A87C-709D-CC3F3FFD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4221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6E86712-B33F-14D7-BD13-F67F1ABB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687768-689A-3B46-A9AC-838588BD6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E9C014-F5FD-006C-D678-8EA651C40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6DD59-DFC1-41F9-9982-1DCEBA4D9DBC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436606-85DE-A4D5-9648-84557BBD3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B9C2E2-2D67-3161-386B-63DEE8B14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37A19-CA76-4F01-AF2C-DD5C53971EA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4015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B097D6-75B1-5ED8-9264-7B8EEE893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fr-FR" sz="5200"/>
              <a:t>Eye and AI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3CA376A-662D-5BE8-9C0E-55D425882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fr-FR" dirty="0" err="1"/>
              <a:t>Recent</a:t>
            </a:r>
            <a:r>
              <a:rPr lang="fr-FR" dirty="0"/>
              <a:t> </a:t>
            </a:r>
            <a:r>
              <a:rPr lang="fr-FR" dirty="0" err="1"/>
              <a:t>researches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 focus on Dry Eye</a:t>
            </a:r>
            <a:endParaRPr lang="fr-FR"/>
          </a:p>
        </p:txBody>
      </p:sp>
      <p:pic>
        <p:nvPicPr>
          <p:cNvPr id="7" name="Graphic 6" descr="Œil">
            <a:extLst>
              <a:ext uri="{FF2B5EF4-FFF2-40B4-BE49-F238E27FC236}">
                <a16:creationId xmlns:a16="http://schemas.microsoft.com/office/drawing/2014/main" id="{FEF6B6DA-12B1-44EC-C531-3CF7986354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Œil">
            <a:extLst>
              <a:ext uri="{FF2B5EF4-FFF2-40B4-BE49-F238E27FC236}">
                <a16:creationId xmlns:a16="http://schemas.microsoft.com/office/drawing/2014/main" id="{59DE7F74-FE33-4FE3-9A6E-BD12E1AE6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55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984746-49A2-C47C-FA2E-AA99EFA6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Last time </a:t>
            </a:r>
            <a:r>
              <a:rPr lang="fr-FR" dirty="0" err="1"/>
              <a:t>recap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F327321-05AA-8FB5-D0B2-AECD200ED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749" y="1690688"/>
            <a:ext cx="9750501" cy="434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187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C4F7-4DE6-200C-1A67-12FDF55E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015D6B-D661-A864-37AC-3BE2B91D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Last time </a:t>
            </a:r>
            <a:r>
              <a:rPr lang="fr-FR" dirty="0" err="1"/>
              <a:t>recap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857A9CF-B6C0-16FD-0CC3-296B5FF90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749" y="1690688"/>
            <a:ext cx="9750501" cy="434428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6B4AED-5687-F730-2338-612F9DCD70F8}"/>
              </a:ext>
            </a:extLst>
          </p:cNvPr>
          <p:cNvSpPr/>
          <p:nvPr/>
        </p:nvSpPr>
        <p:spPr>
          <a:xfrm>
            <a:off x="4498848" y="1581912"/>
            <a:ext cx="2203704" cy="445305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9392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27836D-C939-FCB8-BFAD-CE2C74CC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576" y="704572"/>
            <a:ext cx="10515600" cy="1325563"/>
          </a:xfrm>
        </p:spPr>
        <p:txBody>
          <a:bodyPr/>
          <a:lstStyle/>
          <a:p>
            <a:r>
              <a:rPr lang="fr-FR" dirty="0"/>
              <a:t>Tear </a:t>
            </a:r>
            <a:r>
              <a:rPr lang="fr-FR" dirty="0" err="1"/>
              <a:t>meniscus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1F8BAAC-05CD-B76B-8558-2ED40B572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344" y="3045753"/>
            <a:ext cx="4578208" cy="344712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3608CC4-0F25-9910-F565-E1F82E318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04" y="3045753"/>
            <a:ext cx="4578208" cy="3447122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731A295-C00E-DAF4-D324-0EEE7FB701DD}"/>
              </a:ext>
            </a:extLst>
          </p:cNvPr>
          <p:cNvCxnSpPr>
            <a:cxnSpLocks/>
          </p:cNvCxnSpPr>
          <p:nvPr/>
        </p:nvCxnSpPr>
        <p:spPr>
          <a:xfrm flipH="1">
            <a:off x="2132020" y="5477256"/>
            <a:ext cx="533862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0ECFA0-89FB-E70F-B790-634D779A7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448" y="263317"/>
            <a:ext cx="3232501" cy="249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4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1E6347-A678-CB44-AF17-C79D6555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and </a:t>
            </a:r>
            <a:r>
              <a:rPr lang="fr-FR" dirty="0" err="1"/>
              <a:t>Results</a:t>
            </a:r>
            <a:r>
              <a:rPr lang="fr-FR" dirty="0"/>
              <a:t> 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822401D8-AB38-B996-21E2-A27E78162C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9863509"/>
              </p:ext>
            </p:extLst>
          </p:nvPr>
        </p:nvGraphicFramePr>
        <p:xfrm>
          <a:off x="-64008" y="658368"/>
          <a:ext cx="12326112" cy="4387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C5FFE533-2B2E-2477-2933-4B3A62C644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53" y="1854127"/>
            <a:ext cx="2534904" cy="190863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69A1D74-A1E1-8DC9-C2BF-F0AA865C8D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4128"/>
            <a:ext cx="2534904" cy="190863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739F608-F665-7C2C-B5DC-B5A3328C3A1C}"/>
              </a:ext>
            </a:extLst>
          </p:cNvPr>
          <p:cNvSpPr txBox="1"/>
          <p:nvPr/>
        </p:nvSpPr>
        <p:spPr>
          <a:xfrm>
            <a:off x="525123" y="4361151"/>
            <a:ext cx="4272030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/>
              <a:t>U-Net : </a:t>
            </a:r>
            <a:r>
              <a:rPr lang="fr-FR" sz="2400" dirty="0" err="1"/>
              <a:t>Semantic</a:t>
            </a:r>
            <a:r>
              <a:rPr lang="fr-FR" sz="2400" dirty="0"/>
              <a:t> segmentation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F1-score = 0.9220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MIoU = 0.9279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9D56D45-7957-9901-4488-EEDA9C0E1670}"/>
              </a:ext>
            </a:extLst>
          </p:cNvPr>
          <p:cNvSpPr txBox="1"/>
          <p:nvPr/>
        </p:nvSpPr>
        <p:spPr>
          <a:xfrm>
            <a:off x="5661002" y="4361151"/>
            <a:ext cx="5092341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 err="1"/>
              <a:t>Resolution</a:t>
            </a:r>
            <a:r>
              <a:rPr lang="fr-FR" sz="2400" dirty="0"/>
              <a:t> : 1024x1360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Near-</a:t>
            </a:r>
            <a:r>
              <a:rPr lang="fr-FR" sz="2400" dirty="0" err="1"/>
              <a:t>eye</a:t>
            </a:r>
            <a:r>
              <a:rPr lang="fr-FR" sz="2400" dirty="0"/>
              <a:t>/</a:t>
            </a:r>
            <a:r>
              <a:rPr lang="fr-FR" sz="2400" dirty="0" err="1"/>
              <a:t>anterior</a:t>
            </a:r>
            <a:r>
              <a:rPr lang="fr-FR" sz="2400" dirty="0"/>
              <a:t>- </a:t>
            </a:r>
            <a:r>
              <a:rPr lang="fr-FR" sz="2400" dirty="0" err="1"/>
              <a:t>eye</a:t>
            </a:r>
            <a:r>
              <a:rPr lang="fr-FR" sz="2400" dirty="0"/>
              <a:t> camera images </a:t>
            </a:r>
          </a:p>
        </p:txBody>
      </p:sp>
    </p:spTree>
    <p:extLst>
      <p:ext uri="{BB962C8B-B14F-4D97-AF65-F5344CB8AC3E}">
        <p14:creationId xmlns:p14="http://schemas.microsoft.com/office/powerpoint/2010/main" val="3858016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DC7F44-889D-C4C7-44DC-6E06FA6A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Issues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888A025-662B-873B-2C79-F71532194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40986"/>
            <a:ext cx="4578208" cy="344712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1500535-315B-D94F-31F1-4606130226AF}"/>
              </a:ext>
            </a:extLst>
          </p:cNvPr>
          <p:cNvSpPr txBox="1"/>
          <p:nvPr/>
        </p:nvSpPr>
        <p:spPr>
          <a:xfrm>
            <a:off x="7342632" y="2518123"/>
            <a:ext cx="3776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Placido ring </a:t>
            </a:r>
            <a:r>
              <a:rPr lang="fr-FR" sz="2400" dirty="0" err="1"/>
              <a:t>reflections</a:t>
            </a:r>
            <a:r>
              <a:rPr lang="fr-FR" sz="2400" dirty="0"/>
              <a:t> 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55AEAD29-9D8B-94A0-B951-F056ACC0A27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648456" y="2748956"/>
            <a:ext cx="3694176" cy="3834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E46E55AC-E13C-CBC0-A692-80DAB66163C5}"/>
              </a:ext>
            </a:extLst>
          </p:cNvPr>
          <p:cNvSpPr txBox="1"/>
          <p:nvPr/>
        </p:nvSpPr>
        <p:spPr>
          <a:xfrm>
            <a:off x="7342632" y="3819747"/>
            <a:ext cx="3602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Only Brown </a:t>
            </a:r>
            <a:r>
              <a:rPr lang="fr-FR" sz="2400" dirty="0" err="1"/>
              <a:t>eyes</a:t>
            </a:r>
            <a:r>
              <a:rPr lang="fr-FR" sz="2400" dirty="0"/>
              <a:t> 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6C102B0-C7BB-FA29-CDC1-5676A57554C1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4434840" y="3819747"/>
            <a:ext cx="2907792" cy="2308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54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649468-3DD7-57CE-2FA6-EC8A28D25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Add </a:t>
            </a:r>
            <a:r>
              <a:rPr lang="fr-FR" dirty="0" err="1"/>
              <a:t>blinking</a:t>
            </a:r>
            <a:r>
              <a:rPr lang="fr-FR" dirty="0"/>
              <a:t> as a second dry </a:t>
            </a:r>
            <a:r>
              <a:rPr lang="fr-FR" dirty="0" err="1"/>
              <a:t>eye</a:t>
            </a:r>
            <a:r>
              <a:rPr lang="fr-FR" dirty="0"/>
              <a:t> signal</a:t>
            </a:r>
          </a:p>
        </p:txBody>
      </p:sp>
      <p:pic>
        <p:nvPicPr>
          <p:cNvPr id="2050" name="Picture 2" descr="A sequence of three hyper-realistic images showing a close-up of a human eye blinking, from open to half-closed to fully closed, against a plain white background.">
            <a:extLst>
              <a:ext uri="{FF2B5EF4-FFF2-40B4-BE49-F238E27FC236}">
                <a16:creationId xmlns:a16="http://schemas.microsoft.com/office/drawing/2014/main" id="{4EABB744-D9A8-C081-D60D-5A0E0C8D70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2343713"/>
            <a:ext cx="4540504" cy="255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4444E89-A8ED-6A18-5311-C50A281DB4B5}"/>
              </a:ext>
            </a:extLst>
          </p:cNvPr>
          <p:cNvSpPr txBox="1"/>
          <p:nvPr/>
        </p:nvSpPr>
        <p:spPr>
          <a:xfrm>
            <a:off x="6813298" y="3019431"/>
            <a:ext cx="3712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Blink </a:t>
            </a:r>
            <a:r>
              <a:rPr lang="fr-FR" sz="2400" dirty="0" err="1"/>
              <a:t>frequency</a:t>
            </a:r>
            <a:r>
              <a:rPr lang="fr-FR" sz="2400" dirty="0"/>
              <a:t> </a:t>
            </a:r>
          </a:p>
          <a:p>
            <a:r>
              <a:rPr lang="fr-FR" sz="2400" dirty="0"/>
              <a:t>Blink duration </a:t>
            </a:r>
          </a:p>
          <a:p>
            <a:r>
              <a:rPr lang="fr-FR" sz="2400" dirty="0"/>
              <a:t>Partial </a:t>
            </a:r>
            <a:r>
              <a:rPr lang="fr-FR" sz="2400" dirty="0" err="1"/>
              <a:t>blinks</a:t>
            </a: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97E1578-8DAD-ED0D-58D2-D36957DBB34F}"/>
              </a:ext>
            </a:extLst>
          </p:cNvPr>
          <p:cNvSpPr txBox="1"/>
          <p:nvPr/>
        </p:nvSpPr>
        <p:spPr>
          <a:xfrm>
            <a:off x="6979920" y="5495544"/>
            <a:ext cx="52120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dirty="0"/>
              <a:t>No </a:t>
            </a:r>
            <a:r>
              <a:rPr lang="fr-FR" sz="3000" dirty="0" err="1"/>
              <a:t>laballed</a:t>
            </a:r>
            <a:r>
              <a:rPr lang="fr-FR" sz="3000" dirty="0"/>
              <a:t> </a:t>
            </a:r>
            <a:r>
              <a:rPr lang="fr-FR" sz="3000" dirty="0" err="1"/>
              <a:t>dataset</a:t>
            </a:r>
            <a:r>
              <a:rPr lang="fr-FR" sz="3000" dirty="0"/>
              <a:t> </a:t>
            </a:r>
            <a:r>
              <a:rPr lang="fr-FR" sz="3000" dirty="0" err="1"/>
              <a:t>available</a:t>
            </a:r>
            <a:endParaRPr lang="fr-FR" sz="3000" dirty="0"/>
          </a:p>
        </p:txBody>
      </p:sp>
    </p:spTree>
    <p:extLst>
      <p:ext uri="{BB962C8B-B14F-4D97-AF65-F5344CB8AC3E}">
        <p14:creationId xmlns:p14="http://schemas.microsoft.com/office/powerpoint/2010/main" val="365243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22BF89-1B45-A3AE-83E3-6FF124352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Image </a:t>
            </a:r>
            <a:r>
              <a:rPr lang="fr-FR" dirty="0" err="1"/>
              <a:t>aquisition</a:t>
            </a:r>
            <a:r>
              <a:rPr lang="fr-FR" dirty="0"/>
              <a:t> types and </a:t>
            </a:r>
            <a:r>
              <a:rPr lang="fr-FR" dirty="0" err="1"/>
              <a:t>portability</a:t>
            </a:r>
            <a:r>
              <a:rPr lang="fr-FR" dirty="0"/>
              <a:t> issues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6D6C24C-49B2-6C16-DBF7-38F4FC747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255" y="2367344"/>
            <a:ext cx="1764472" cy="131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C-1000P portable fundus camera — front view handheld non-mydriatic unit">
            <a:extLst>
              <a:ext uri="{FF2B5EF4-FFF2-40B4-BE49-F238E27FC236}">
                <a16:creationId xmlns:a16="http://schemas.microsoft.com/office/drawing/2014/main" id="{504B6EC0-FCDC-0948-9C1D-BC3BD3CFF0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4" b="9471"/>
          <a:stretch>
            <a:fillRect/>
          </a:stretch>
        </p:blipFill>
        <p:spPr bwMode="auto">
          <a:xfrm>
            <a:off x="3930726" y="2367344"/>
            <a:ext cx="1611601" cy="131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A2A32F4-6D93-D2F2-7BC4-8686713EDC68}"/>
              </a:ext>
            </a:extLst>
          </p:cNvPr>
          <p:cNvSpPr txBox="1"/>
          <p:nvPr/>
        </p:nvSpPr>
        <p:spPr>
          <a:xfrm>
            <a:off x="48983" y="2869429"/>
            <a:ext cx="36358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Fundus Image</a:t>
            </a:r>
          </a:p>
          <a:p>
            <a:endParaRPr lang="fr-FR" sz="3200" dirty="0"/>
          </a:p>
        </p:txBody>
      </p:sp>
      <p:pic>
        <p:nvPicPr>
          <p:cNvPr id="5126" name="Picture 6" descr="Photo depicts herpetic inflammation of the stroma could cause permanent scarring with loss of vision. Therefore, steroid eyedrops may be cautiously added.">
            <a:extLst>
              <a:ext uri="{FF2B5EF4-FFF2-40B4-BE49-F238E27FC236}">
                <a16:creationId xmlns:a16="http://schemas.microsoft.com/office/drawing/2014/main" id="{2AB696A6-9B2C-7298-EFA4-3D5DC40ED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254" y="4194708"/>
            <a:ext cx="1764472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Haag Streit BM 900 LED Slit Lamp">
            <a:extLst>
              <a:ext uri="{FF2B5EF4-FFF2-40B4-BE49-F238E27FC236}">
                <a16:creationId xmlns:a16="http://schemas.microsoft.com/office/drawing/2014/main" id="{A3371420-8502-9C72-41E9-78F71413D3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6" b="12383"/>
          <a:stretch>
            <a:fillRect/>
          </a:stretch>
        </p:blipFill>
        <p:spPr bwMode="auto">
          <a:xfrm>
            <a:off x="3930726" y="4187615"/>
            <a:ext cx="1611601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9307D46-014F-FB33-2A54-66CD3B74FD04}"/>
              </a:ext>
            </a:extLst>
          </p:cNvPr>
          <p:cNvSpPr txBox="1"/>
          <p:nvPr/>
        </p:nvSpPr>
        <p:spPr>
          <a:xfrm>
            <a:off x="48983" y="4590982"/>
            <a:ext cx="1861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Eye </a:t>
            </a:r>
            <a:r>
              <a:rPr lang="fr-FR" sz="2400" dirty="0" err="1"/>
              <a:t>slit</a:t>
            </a:r>
            <a:r>
              <a:rPr lang="fr-FR" sz="2400" dirty="0"/>
              <a:t> </a:t>
            </a:r>
            <a:r>
              <a:rPr lang="fr-FR" sz="2400" dirty="0" err="1"/>
              <a:t>lamp</a:t>
            </a:r>
            <a:endParaRPr lang="fr-FR" sz="2400" dirty="0"/>
          </a:p>
        </p:txBody>
      </p:sp>
      <p:pic>
        <p:nvPicPr>
          <p:cNvPr id="5134" name="Picture 14" descr="OCT of the optic nerve">
            <a:extLst>
              <a:ext uri="{FF2B5EF4-FFF2-40B4-BE49-F238E27FC236}">
                <a16:creationId xmlns:a16="http://schemas.microsoft.com/office/drawing/2014/main" id="{1571279D-3346-8B3C-A266-7769B5CA4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193" y="3263455"/>
            <a:ext cx="1611601" cy="145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Eye visible on OCT screen">
            <a:extLst>
              <a:ext uri="{FF2B5EF4-FFF2-40B4-BE49-F238E27FC236}">
                <a16:creationId xmlns:a16="http://schemas.microsoft.com/office/drawing/2014/main" id="{D951EBFA-1C71-2BF1-D9FA-7A19790C2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93" y="3263456"/>
            <a:ext cx="2182678" cy="145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DED871A-C04A-E330-3E59-2AD5AF144320}"/>
              </a:ext>
            </a:extLst>
          </p:cNvPr>
          <p:cNvSpPr txBox="1"/>
          <p:nvPr/>
        </p:nvSpPr>
        <p:spPr>
          <a:xfrm>
            <a:off x="10404958" y="3382952"/>
            <a:ext cx="1645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OCT like </a:t>
            </a:r>
            <a:r>
              <a:rPr lang="fr-FR" sz="2400" dirty="0" err="1"/>
              <a:t>optic</a:t>
            </a:r>
            <a:r>
              <a:rPr lang="fr-FR" sz="2400" dirty="0"/>
              <a:t> nerve image </a:t>
            </a:r>
          </a:p>
        </p:txBody>
      </p:sp>
    </p:spTree>
    <p:extLst>
      <p:ext uri="{BB962C8B-B14F-4D97-AF65-F5344CB8AC3E}">
        <p14:creationId xmlns:p14="http://schemas.microsoft.com/office/powerpoint/2010/main" val="3110766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9D0D31-5B0B-ECC4-C332-0328E1DEB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Cataract</a:t>
            </a:r>
            <a:r>
              <a:rPr lang="fr-FR" dirty="0"/>
              <a:t> </a:t>
            </a:r>
            <a:r>
              <a:rPr lang="fr-FR" dirty="0" err="1"/>
              <a:t>signs</a:t>
            </a:r>
            <a:r>
              <a:rPr lang="fr-FR" dirty="0"/>
              <a:t>, </a:t>
            </a:r>
            <a:r>
              <a:rPr lang="fr-FR" dirty="0" err="1"/>
              <a:t>datasets</a:t>
            </a:r>
            <a:r>
              <a:rPr lang="fr-FR" dirty="0"/>
              <a:t>, </a:t>
            </a:r>
            <a:r>
              <a:rPr lang="fr-FR" dirty="0" err="1"/>
              <a:t>results</a:t>
            </a:r>
            <a:r>
              <a:rPr lang="fr-FR" dirty="0"/>
              <a:t> and </a:t>
            </a:r>
            <a:r>
              <a:rPr lang="fr-FR" dirty="0" err="1"/>
              <a:t>headset</a:t>
            </a:r>
            <a:r>
              <a:rPr lang="fr-FR" dirty="0"/>
              <a:t> issues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3E539C-6E55-CD4A-99B0-A5C927CBC8B4}"/>
              </a:ext>
            </a:extLst>
          </p:cNvPr>
          <p:cNvSpPr txBox="1"/>
          <p:nvPr/>
        </p:nvSpPr>
        <p:spPr>
          <a:xfrm>
            <a:off x="923544" y="1920240"/>
            <a:ext cx="3447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Fundus images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cataract</a:t>
            </a:r>
            <a:r>
              <a:rPr lang="fr-FR" dirty="0"/>
              <a:t> label:</a:t>
            </a:r>
          </a:p>
          <a:p>
            <a:pPr marL="285750" indent="-285750">
              <a:buFontTx/>
              <a:buChar char="-"/>
            </a:pPr>
            <a:r>
              <a:rPr lang="fr-FR" dirty="0"/>
              <a:t>Result : ODIR-5K 97.27%</a:t>
            </a:r>
          </a:p>
          <a:p>
            <a:pPr marL="285750" indent="-285750">
              <a:buFontTx/>
              <a:buChar char="-"/>
            </a:pPr>
            <a:r>
              <a:rPr lang="fr-FR" dirty="0"/>
              <a:t>Fundus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8ACEF23-9A42-D88A-DA8D-6D6694AF2A1E}"/>
              </a:ext>
            </a:extLst>
          </p:cNvPr>
          <p:cNvSpPr txBox="1"/>
          <p:nvPr/>
        </p:nvSpPr>
        <p:spPr>
          <a:xfrm>
            <a:off x="923544" y="2864965"/>
            <a:ext cx="3447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Nuclear</a:t>
            </a:r>
            <a:r>
              <a:rPr lang="fr-FR" dirty="0"/>
              <a:t> </a:t>
            </a:r>
            <a:r>
              <a:rPr lang="fr-FR" dirty="0" err="1"/>
              <a:t>opacity</a:t>
            </a:r>
            <a:r>
              <a:rPr lang="fr-FR" dirty="0"/>
              <a:t> </a:t>
            </a:r>
          </a:p>
          <a:p>
            <a:pPr marL="285750" indent="-285750">
              <a:buFontTx/>
              <a:buChar char="-"/>
            </a:pPr>
            <a:r>
              <a:rPr lang="fr-FR" dirty="0"/>
              <a:t>Result : AUC 0.9567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Slit</a:t>
            </a:r>
            <a:r>
              <a:rPr lang="fr-FR" dirty="0"/>
              <a:t> </a:t>
            </a:r>
            <a:r>
              <a:rPr lang="fr-FR" dirty="0" err="1"/>
              <a:t>lamp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4122DA6-79FE-4EAB-CFC4-C06F33EDE1B0}"/>
              </a:ext>
            </a:extLst>
          </p:cNvPr>
          <p:cNvSpPr txBox="1"/>
          <p:nvPr/>
        </p:nvSpPr>
        <p:spPr>
          <a:xfrm>
            <a:off x="923544" y="3913477"/>
            <a:ext cx="3447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Nuclear</a:t>
            </a:r>
            <a:r>
              <a:rPr lang="fr-FR" dirty="0"/>
              <a:t> </a:t>
            </a:r>
            <a:r>
              <a:rPr lang="fr-FR" dirty="0" err="1"/>
              <a:t>Color</a:t>
            </a:r>
            <a:r>
              <a:rPr lang="fr-FR" dirty="0"/>
              <a:t> </a:t>
            </a:r>
          </a:p>
          <a:p>
            <a:pPr marL="285750" indent="-285750">
              <a:buFontTx/>
              <a:buChar char="-"/>
            </a:pPr>
            <a:r>
              <a:rPr lang="fr-FR" dirty="0"/>
              <a:t>Result : AUC 0.9650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Slit</a:t>
            </a:r>
            <a:r>
              <a:rPr lang="fr-FR" dirty="0"/>
              <a:t> </a:t>
            </a:r>
            <a:r>
              <a:rPr lang="fr-FR" dirty="0" err="1"/>
              <a:t>lamp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036415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123</Words>
  <Application>Microsoft Office PowerPoint</Application>
  <PresentationFormat>Grand écran</PresentationFormat>
  <Paragraphs>35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Eye and AI</vt:lpstr>
      <vt:lpstr>Last time recap</vt:lpstr>
      <vt:lpstr>Last time recap</vt:lpstr>
      <vt:lpstr>Tear meniscus dataset</vt:lpstr>
      <vt:lpstr>Tests and Results </vt:lpstr>
      <vt:lpstr>Issues</vt:lpstr>
      <vt:lpstr>Add blinking as a second dry eye signal</vt:lpstr>
      <vt:lpstr>Image aquisition types and portability issues</vt:lpstr>
      <vt:lpstr>Cataract signs, datasets, results and headset issues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Ferrando-tello</dc:creator>
  <cp:lastModifiedBy>Paul Ferrando-tello</cp:lastModifiedBy>
  <cp:revision>2</cp:revision>
  <dcterms:created xsi:type="dcterms:W3CDTF">2026-05-15T03:51:11Z</dcterms:created>
  <dcterms:modified xsi:type="dcterms:W3CDTF">2026-05-20T03:31:24Z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7595bc-492f-4d88-9880-737c41c1bf4b_Enabled">
    <vt:lpwstr>true</vt:lpwstr>
  </property>
  <property fmtid="{D5CDD505-2E9C-101B-9397-08002B2CF9AE}" pid="3" name="MSIP_Label_fb7595bc-492f-4d88-9880-737c41c1bf4b_SetDate">
    <vt:lpwstr>2026-05-15T06:21:14Z</vt:lpwstr>
  </property>
  <property fmtid="{D5CDD505-2E9C-101B-9397-08002B2CF9AE}" pid="4" name="MSIP_Label_fb7595bc-492f-4d88-9880-737c41c1bf4b_Method">
    <vt:lpwstr>Standard</vt:lpwstr>
  </property>
  <property fmtid="{D5CDD505-2E9C-101B-9397-08002B2CF9AE}" pid="5" name="MSIP_Label_fb7595bc-492f-4d88-9880-737c41c1bf4b_Name">
    <vt:lpwstr>Public</vt:lpwstr>
  </property>
  <property fmtid="{D5CDD505-2E9C-101B-9397-08002B2CF9AE}" pid="6" name="MSIP_Label_fb7595bc-492f-4d88-9880-737c41c1bf4b_SiteId">
    <vt:lpwstr>430c3e75-ff03-445f-b3f4-ae2809a0b10b</vt:lpwstr>
  </property>
  <property fmtid="{D5CDD505-2E9C-101B-9397-08002B2CF9AE}" pid="7" name="MSIP_Label_fb7595bc-492f-4d88-9880-737c41c1bf4b_ActionId">
    <vt:lpwstr>5f1b9e78-3b48-41e5-96c1-13e263b835cf</vt:lpwstr>
  </property>
  <property fmtid="{D5CDD505-2E9C-101B-9397-08002B2CF9AE}" pid="8" name="MSIP_Label_fb7595bc-492f-4d88-9880-737c41c1bf4b_ContentBits">
    <vt:lpwstr>0</vt:lpwstr>
  </property>
  <property fmtid="{D5CDD505-2E9C-101B-9397-08002B2CF9AE}" pid="9" name="MSIP_Label_fb7595bc-492f-4d88-9880-737c41c1bf4b_Tag">
    <vt:lpwstr>10, 3, 0, 1</vt:lpwstr>
  </property>
</Properties>
</file>