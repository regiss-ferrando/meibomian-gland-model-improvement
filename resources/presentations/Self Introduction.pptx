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8FB6F-F5E9-81D3-C223-9714DDF5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147AF7-BE54-3365-93B8-791794C6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39BC5-F8E5-461F-860A-F7036A5AE5F1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E1E6E0-7CD2-17C3-BA3E-89AFB113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B99398-49B0-59E8-3CC2-A4684E8A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B2908-BA5A-42C2-9D36-C9106166A7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18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6FC551-1E02-7B5E-52C8-D6DD44C4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C2F3DD-5BA8-CF60-516E-BF6437FD0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B39CD-D4C6-F770-9A15-BE96D8142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39BC5-F8E5-461F-860A-F7036A5AE5F1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E8D980-1A39-9AEC-3E5E-F45243272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6473D-B2D0-C459-92F0-D556BAF03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B2908-BA5A-42C2-9D36-C9106166A7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8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C265AE96-E2C3-5CF6-DC1A-72980680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5200"/>
              <a:t>Self Introduction 自己紹介</a:t>
            </a:r>
            <a:endParaRPr lang="fr-FR" sz="5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40CF502-7BB7-B18B-67A1-97EC53E768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9D3561-4B87-D880-7341-1A7207D327E9}"/>
              </a:ext>
            </a:extLst>
          </p:cNvPr>
          <p:cNvSpPr/>
          <p:nvPr/>
        </p:nvSpPr>
        <p:spPr>
          <a:xfrm>
            <a:off x="7415784" y="3035808"/>
            <a:ext cx="3931920" cy="1335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0B4C69-65E2-D3FC-5D9F-382E88FD40D2}"/>
              </a:ext>
            </a:extLst>
          </p:cNvPr>
          <p:cNvSpPr txBox="1"/>
          <p:nvPr/>
        </p:nvSpPr>
        <p:spPr>
          <a:xfrm>
            <a:off x="7443216" y="1444752"/>
            <a:ext cx="29129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0" dirty="0"/>
              <a:t>Hello !</a:t>
            </a:r>
          </a:p>
        </p:txBody>
      </p:sp>
    </p:spTree>
    <p:extLst>
      <p:ext uri="{BB962C8B-B14F-4D97-AF65-F5344CB8AC3E}">
        <p14:creationId xmlns:p14="http://schemas.microsoft.com/office/powerpoint/2010/main" val="210395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1CED8B4B-AB0B-D967-BADD-92BA354B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800"/>
              <a:t>Normandy, France ノルマンディー、フランス</a:t>
            </a:r>
            <a:br>
              <a:rPr lang="fr-FR" sz="2800"/>
            </a:br>
            <a:endParaRPr lang="fr-FR" sz="18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B99F048-4F4E-F655-4485-476CDF1E4F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378A984C-A2F5-8F39-3B65-4054CF6B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800"/>
              <a:t>My Academic Background 学歴</a:t>
            </a:r>
            <a:br>
              <a:rPr lang="fr-FR" sz="2800"/>
            </a:br>
            <a:endParaRPr lang="fr-FR" sz="28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E03998B-F7F5-47FE-29E5-9490FB273A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7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5AC316E7-4750-EDA1-0B3B-E3380BB3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All About Games ゲーム三昧</a:t>
            </a:r>
            <a:br>
              <a:rPr lang="fr-FR"/>
            </a:b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273872-6FF0-DF88-4E6A-792C12E8DE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9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C5F29CAB-2A07-7CB6-0D1A-2129D1E09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/>
              <a:t>In fact, I make some! 実は自分でも作っています!</a:t>
            </a:r>
            <a:br>
              <a:rPr lang="fr-FR"/>
            </a:b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C9FD9A-0716-C752-35D0-3F6E444DAE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3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53652BF7-6199-EE46-FFD7-980778E2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DCED1AA-49AB-6842-4606-D68ADB3CFC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FA06452-5C0C-750C-7B5C-5A68BCC1B331}"/>
              </a:ext>
            </a:extLst>
          </p:cNvPr>
          <p:cNvCxnSpPr/>
          <p:nvPr/>
        </p:nvCxnSpPr>
        <p:spPr>
          <a:xfrm flipH="1">
            <a:off x="2743200" y="4581144"/>
            <a:ext cx="4315968" cy="7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104F93E-EDD4-FDE2-A077-486762DAFD87}"/>
              </a:ext>
            </a:extLst>
          </p:cNvPr>
          <p:cNvCxnSpPr>
            <a:cxnSpLocks/>
          </p:cNvCxnSpPr>
          <p:nvPr/>
        </p:nvCxnSpPr>
        <p:spPr>
          <a:xfrm flipH="1" flipV="1">
            <a:off x="3392424" y="4023360"/>
            <a:ext cx="3666744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C080EA4-C4BE-40AA-B777-AE2E9FFCEA37}"/>
              </a:ext>
            </a:extLst>
          </p:cNvPr>
          <p:cNvCxnSpPr/>
          <p:nvPr/>
        </p:nvCxnSpPr>
        <p:spPr>
          <a:xfrm flipH="1" flipV="1">
            <a:off x="5394960" y="4215384"/>
            <a:ext cx="1664208" cy="9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D5C1638-0A2D-7432-D6F3-162CAD5DC290}"/>
              </a:ext>
            </a:extLst>
          </p:cNvPr>
          <p:cNvSpPr txBox="1"/>
          <p:nvPr/>
        </p:nvSpPr>
        <p:spPr>
          <a:xfrm>
            <a:off x="7150608" y="4138767"/>
            <a:ext cx="2362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Visible </a:t>
            </a:r>
            <a:r>
              <a:rPr lang="fr-FR" sz="2400" dirty="0" err="1"/>
              <a:t>symptoms</a:t>
            </a:r>
            <a:endParaRPr lang="fr-FR" sz="2400" dirty="0"/>
          </a:p>
          <a:p>
            <a:pPr algn="ctr"/>
            <a:r>
              <a:rPr lang="ja-JP" altLang="fr-FR" sz="2400" dirty="0"/>
              <a:t>可視症状</a:t>
            </a:r>
            <a:endParaRPr lang="fr-FR" sz="24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EFD2D45-BD2F-A40A-5B31-06B579ED3A42}"/>
              </a:ext>
            </a:extLst>
          </p:cNvPr>
          <p:cNvSpPr txBox="1"/>
          <p:nvPr/>
        </p:nvSpPr>
        <p:spPr>
          <a:xfrm>
            <a:off x="7137754" y="5293700"/>
            <a:ext cx="35904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Can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captured</a:t>
            </a:r>
            <a:r>
              <a:rPr lang="fr-FR" sz="2400" dirty="0"/>
              <a:t> by camera</a:t>
            </a:r>
          </a:p>
          <a:p>
            <a:pPr algn="ctr"/>
            <a:r>
              <a:rPr lang="ja-JP" altLang="fr-FR" dirty="0"/>
              <a:t>カメラで捉えられる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1438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61DA5-D5AF-2B50-465D-48D41121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1B2572E1-ADED-B3F4-5C3D-5F21D987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5200"/>
              <a:t>Self Introduction 自己紹介</a:t>
            </a:r>
            <a:endParaRPr lang="fr-FR" sz="5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F0B5F2E-D027-0804-6845-867D1E387C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D0EC45-56B3-903B-3AA0-7A5752B0DB9D}"/>
              </a:ext>
            </a:extLst>
          </p:cNvPr>
          <p:cNvSpPr/>
          <p:nvPr/>
        </p:nvSpPr>
        <p:spPr>
          <a:xfrm>
            <a:off x="7415784" y="3035808"/>
            <a:ext cx="3931920" cy="1335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CA7EBD-20F2-0810-6AE5-CCA24A5EEECA}"/>
              </a:ext>
            </a:extLst>
          </p:cNvPr>
          <p:cNvSpPr txBox="1"/>
          <p:nvPr/>
        </p:nvSpPr>
        <p:spPr>
          <a:xfrm>
            <a:off x="7443216" y="1444752"/>
            <a:ext cx="41950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dirty="0" err="1"/>
              <a:t>Thank</a:t>
            </a:r>
            <a:r>
              <a:rPr lang="fr-FR" sz="6600" dirty="0"/>
              <a:t> </a:t>
            </a:r>
            <a:r>
              <a:rPr lang="fr-FR" sz="6600" dirty="0" err="1"/>
              <a:t>you</a:t>
            </a:r>
            <a:r>
              <a:rPr lang="fr-FR" sz="66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6727383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</Words>
  <Application>Microsoft Office PowerPoint</Application>
  <PresentationFormat>Grand écran</PresentationFormat>
  <Paragraphs>12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Self Introduction 自己紹介</vt:lpstr>
      <vt:lpstr>Normandy, France ノルマンディー、フランス </vt:lpstr>
      <vt:lpstr>My Academic Background 学歴 </vt:lpstr>
      <vt:lpstr>All About Games ゲーム三昧 </vt:lpstr>
      <vt:lpstr>In fact, I make some! 実は自分でも作っています! </vt:lpstr>
      <vt:lpstr>Présentation PowerPoint</vt:lpstr>
      <vt:lpstr>Self Introduction 自己紹介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Ferrando-tello</dc:creator>
  <cp:lastModifiedBy>Paul Ferrando-tello</cp:lastModifiedBy>
  <cp:revision>3</cp:revision>
  <dcterms:created xsi:type="dcterms:W3CDTF">2026-05-14T01:40:51Z</dcterms:created>
  <dcterms:modified xsi:type="dcterms:W3CDTF">2026-05-14T05:18:22Z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7595bc-492f-4d88-9880-737c41c1bf4b_Enabled">
    <vt:lpwstr>true</vt:lpwstr>
  </property>
  <property fmtid="{D5CDD505-2E9C-101B-9397-08002B2CF9AE}" pid="3" name="MSIP_Label_fb7595bc-492f-4d88-9880-737c41c1bf4b_SetDate">
    <vt:lpwstr>2026-05-14T01:40:51Z</vt:lpwstr>
  </property>
  <property fmtid="{D5CDD505-2E9C-101B-9397-08002B2CF9AE}" pid="4" name="MSIP_Label_fb7595bc-492f-4d88-9880-737c41c1bf4b_Method">
    <vt:lpwstr>Standard</vt:lpwstr>
  </property>
  <property fmtid="{D5CDD505-2E9C-101B-9397-08002B2CF9AE}" pid="5" name="MSIP_Label_fb7595bc-492f-4d88-9880-737c41c1bf4b_Name">
    <vt:lpwstr>Public</vt:lpwstr>
  </property>
  <property fmtid="{D5CDD505-2E9C-101B-9397-08002B2CF9AE}" pid="6" name="MSIP_Label_fb7595bc-492f-4d88-9880-737c41c1bf4b_SiteId">
    <vt:lpwstr>430c3e75-ff03-445f-b3f4-ae2809a0b10b</vt:lpwstr>
  </property>
  <property fmtid="{D5CDD505-2E9C-101B-9397-08002B2CF9AE}" pid="7" name="MSIP_Label_fb7595bc-492f-4d88-9880-737c41c1bf4b_ActionId">
    <vt:lpwstr>2e469569-343b-4c6f-b100-b5a0e90f5dec</vt:lpwstr>
  </property>
  <property fmtid="{D5CDD505-2E9C-101B-9397-08002B2CF9AE}" pid="8" name="MSIP_Label_fb7595bc-492f-4d88-9880-737c41c1bf4b_ContentBits">
    <vt:lpwstr>0</vt:lpwstr>
  </property>
  <property fmtid="{D5CDD505-2E9C-101B-9397-08002B2CF9AE}" pid="9" name="MSIP_Label_fb7595bc-492f-4d88-9880-737c41c1bf4b_Tag">
    <vt:lpwstr>10, 3, 0, 1</vt:lpwstr>
  </property>
</Properties>
</file>